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163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B82F6"/>
                </a:solidFill>
                <a:latin typeface="Calibri"/>
              </a:rPr>
              <a:t>MODE OPÉRATOIRE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Meeting Assistant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CBD9F5"/>
                </a:solidFill>
                <a:latin typeface="Calibri"/>
              </a:rPr>
              <a:t>Installer et utiliser l'application — guide pas à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BD9F5"/>
                </a:solidFill>
                <a:latin typeface="Calibri"/>
              </a:rPr>
              <a:t>Enregistrez vos réunions · Transcription automatique · Compte rendu Word généré pour vous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9FB8EC"/>
                </a:solidFill>
                <a:latin typeface="Calibri"/>
              </a:rPr>
              <a:t>Aucune compétence technique requise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F172A"/>
                </a:solidFill>
                <a:latin typeface="Calibri"/>
              </a:rPr>
              <a:t>Découvrir l'application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556577"/>
                </a:solidFill>
                <a:latin typeface="Calibri"/>
              </a:rPr>
              <a:t>Comprendre ce que fait Meeting Assistant et ce dont vous avez besoin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À QUOI SERT L'APPLICATION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Un assistant qui rédige vos comptes rendus de réunion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Vous enregistrez la réunion (ou importez un audio / un transcript existant).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L'application transcrit automatiquement la parole en texte.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Elle identifie les différents intervenants (« qui a dit quoi » — la diarisation).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Elle génère un compte rendu Word professionnel : résumé, décisions, actions à mener.</a:t>
            </a:r>
          </a:p>
          <a:p>
            <a:pPr algn="l" marL="320040" indent="0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56577"/>
                </a:solidFill>
                <a:latin typeface="Calibri"/>
              </a:rPr>
              <a:t>–  Tout se passe sur votre ordinateur — vos données ne partent pas sur Internet.</a:t>
            </a:r>
          </a:p>
          <a:p>
            <a:pPr algn="l" marL="320040" indent="0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56577"/>
                </a:solidFill>
                <a:latin typeface="Calibri"/>
              </a:rPr>
              <a:t>–  Option : intégration de votre agenda Microsoft.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989320"/>
            <a:ext cx="11094415" cy="4572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044184"/>
            <a:ext cx="1072865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25A05"/>
                </a:solidFill>
                <a:latin typeface="Calibri"/>
              </a:rPr>
              <a:t>💡  Gain de temps : plus besoin de prendre des notes ni de rédiger le compte rendu manuellement.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AVANT DE COMMENCER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Ce dont vous avez besoin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Un PC sous Windows 10 ou 11 (64 bits).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Environ 3 à 4 Go d'espace disque libre.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Un microphone (intégré ou casque) pour l'enregistrement en direct.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Une connexion Internet UNIQUEMENT au premier lancement.</a:t>
            </a:r>
          </a:p>
          <a:p>
            <a:pPr algn="l" marL="320040" indent="0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56577"/>
                </a:solidFill>
                <a:latin typeface="Calibri"/>
              </a:rPr>
              <a:t>–  Ensuite, l'application fonctionne hors ligne.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Aucun compte ni clé n'est nécessaire pour démarrer.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989320"/>
            <a:ext cx="11094415" cy="4572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044184"/>
            <a:ext cx="1072865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25A05"/>
                </a:solidFill>
                <a:latin typeface="Calibri"/>
              </a:rPr>
              <a:t>💡  Le premier lancement télécharge ~2,3 Go : prévoyez une bonne connexion et un peu de patience (une seule fois).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4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F172A"/>
                </a:solidFill>
                <a:latin typeface="Calibri"/>
              </a:rPr>
              <a:t>Installer l'application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556577"/>
                </a:solidFill>
                <a:latin typeface="Calibri"/>
              </a:rPr>
              <a:t>De l'installeur au premier démarrage — 6 étapes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INSTALLATION — ÉTAPE 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Télécharger l'installeur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Récupérez le fichier d'installation fourni :</a:t>
            </a:r>
          </a:p>
          <a:p>
            <a:pPr algn="l" marL="320040" indent="0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56577"/>
                </a:solidFill>
                <a:latin typeface="Calibri"/>
              </a:rPr>
              <a:t>–  « Meeting Assistant-Setup-0.1.0.exe »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Enregistrez-le dans un dossier facile à retrouver (ex. Téléchargements).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Le fichier est volumineux (~3 Go) : le téléchargement peut prendre quelques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du lien / e-mail / page d'où l'on télécharge le fichier « Meeting Assistant-Setup-0.1.0.exe » (ou du fichier dans Téléchargements).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6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INSTALLATION — ÉTAPE 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Lancer l'installeur (avertissement Windows)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Double-cliquez sur le fichier téléchargé.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Windows peut afficher « Windows a protégé votre ordinateur » (SmartScreen).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Cliquez sur « Informations complémentaires ».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Puis sur « Exécuter quand même ».</a:t>
            </a:r>
          </a:p>
          <a:p>
            <a:pPr algn="l" marL="320040" indent="0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56577"/>
                </a:solidFill>
                <a:latin typeface="Calibri"/>
              </a:rPr>
              <a:t>–  C'est normal pour une application récente : le fichier n'est pas dangereux.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de la fenêtre bleue Windows SmartScreen, avec le bouton « Exécuter quand même » visible.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INSTALLATION — ÉTAPE 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Assistant d'installation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L'assistant d'installation s'ouvre.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Vous pouvez conserver le dossier proposé par défaut.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Aucun mot de passe administrateur n'est nécessaire.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Cliquez sur « Installer » et patientez.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de l'écran de l'assistant d'installation (choix du dossier / bouton Installer).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8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INSTALLATION — ÉTAPE 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Fin de l'installation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Un message confirme que l'installation est terminée.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Un raccourci « Meeting Assistant » est créé sur le Bureau et le menu Démarrer.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Cliquez sur « Terminer 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du dernier écran de l'assistant (« Terminer ») ET de l'icône Meeting Assistant sur le Bureau.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9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INSTALLATION — ÉTAPE 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Premier lancement : téléchargement des modèles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Double-cliquez sur l'icône « Meeting Assistant ».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Une fenêtre « Préparation de Meeting Assistant » apparaît.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L'application télécharge ~2,3 Go de modèles.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Cela dure de 5 à 30 minutes selon votre connexion.</a:t>
            </a:r>
          </a:p>
          <a:p>
            <a:pPr algn="l" marL="320040" indent="0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56577"/>
                </a:solidFill>
                <a:latin typeface="Calibri"/>
              </a:rPr>
              <a:t>–  Ne fermez pas la fenêtre — cela n'arrive qu'une fois.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989320"/>
            <a:ext cx="5669280" cy="4572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044184"/>
            <a:ext cx="5303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25A05"/>
                </a:solidFill>
                <a:latin typeface="Calibri"/>
              </a:rPr>
              <a:t>💡  Si le téléchargement est interrompu, il reprend tout seul là où il s'était arrêté.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de la fenêtre « Préparation de Meeting Assistant » avec la barre de progression.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INSTALLATION — ÉTAPE 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Démarrage de l'application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Une fois les modèles prêts, l'écran « Meeting Assistant — Démarrage… » s'affiche brièvement.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L'application s'ouvre ensuite automatiquement.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Les démarrages suivants seront beaucoup plus rapides.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de l'écran de démarrage « Meeting Assistant — Démarrage… ».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11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F172A"/>
                </a:solidFill>
                <a:latin typeface="Calibri"/>
              </a:rPr>
              <a:t>Découvrir l'interface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556577"/>
                </a:solidFill>
                <a:latin typeface="Calibri"/>
              </a:rPr>
              <a:t>Repérer les zones principales et les réglages facultatifs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L'ÉCRAN PRINCIPAL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Se repérer dans l'application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En haut à gauche : le menu ☰ (liste de vos réunions).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Bouton « Réunion hors agenda » : réunion non planifiée.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Icône Paramètres ⚙ : réglages facultatifs.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Barre latérale : historique et dossiers.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Zone centrale : agenda et comptes rendus.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de l'écran d'accueil. Entourez les 4 zones : menu ☰, bouton « Réunion hors agenda », Paramètres ⚙, barre latérale.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13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RÉGLAGE FACULTATIF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Connecter votre agenda Microsoft (optionnel)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Retrouvez vos réunions Outlook dans l'application.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Cliquez « Connecter mon agenda Microsoft ».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Un code s'affiche : ouvrez microsoft.com/devicelogin et saisissez-le.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Connectez-vous avec votre compte Microsoft habituel.</a:t>
            </a:r>
          </a:p>
          <a:p>
            <a:pPr algn="l" marL="320040" indent="0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56577"/>
                </a:solidFill>
                <a:latin typeface="Calibri"/>
              </a:rPr>
              <a:t>–  Le mot de passe n'est jamais stocké ; lecture seule de l'agenda.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de l'écran « Connexion Microsoft » avec le code et le bouton « Ouvrir la page de connexion ».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RÉGLAGE FACULTATIF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Compte rendu plus rapide : clé Mistral (optionnel)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Par défaut : compte rendu « Local » (hors ligne, gratuit, un peu plus lent).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Option « Mistral Large » : plus rapide via Internet, nécessite une clé API.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Paramètres ⚙ → « Clé API Mistral » → coller → « Enregistrer ».</a:t>
            </a:r>
          </a:p>
          <a:p>
            <a:pPr algn="l" marL="320040" indent="0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56577"/>
                </a:solidFill>
                <a:latin typeface="Calibri"/>
              </a:rPr>
              <a:t>–  Clé à obtenir sur console.mistral.ai (peut être payant).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Sans clé, gardez le mode « Local » : tout fonctionne.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de la boîte « Paramètres » montrant le champ « Clé API Mistral » et le bouton « Enregistrer ».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15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F172A"/>
                </a:solidFill>
                <a:latin typeface="Calibri"/>
              </a:rPr>
              <a:t>Utiliser l'application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556577"/>
                </a:solidFill>
                <a:latin typeface="Calibri"/>
              </a:rPr>
              <a:t>4 façons de capturer une réunion + le contexte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CAS D'USAGE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Enregistrer une réunion depuis l'agenda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Sur l'accueil, vos réunions à venir s'affichent.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Cliquez sur la réunion concernée.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Cliquez sur « Enregistrer ».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Titre, participants et contexte sont pré-remplis automatiquement.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d'une carte de réunion à venir sur l'accueil avec le bouton « Enregistrer ».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CAS D'USAGE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Réunion hors agenda (enregistrement en direct)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Cliquez « Réunion hors agenda » (ou « Nouvelle réunion »).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Écran « Capturez votre réunion » : onglet « Enregistrer ».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Cliquez « Démarrer » : un minuteur défile.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À la fin, cliquez « Arrêter 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de l'écran « Capturez votre réunion » avec les onglets Enregistrer / Audio / Transcript et le minuteur.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CAS D'USAGE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Importer un fichier audio existant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« Réunion hors agenda » puis onglet « Audio ».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Glissez votre fichier audio dans la zone (ou cliquez pour parcourir).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Formats acceptés : audio courant et vidéo MP4.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L'audio est traité comme un enregistrement.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de la zone « Glissez votre audio ici » (onglet Audio).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CAS D'USAGE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Importer un transcript déjà produit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« Réunion hors agenda » puis onglet « Transcript ».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Glissez un .docx (transcript Teams) ou .txt formaté.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Le texte est normalisé puis le compte rendu est généré.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de la zone « Glissez votre transcript ici » (onglet Transcript).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PRÉPARER LE TRAITEMENT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Renseigner le contexte de la réunion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« Contexte » : sujet, enjeux, décisions attendues.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« Participants » : noms séparés par des virgules.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« Entreprises » : organisations impliquées.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Réunion d'agenda : champs pré-remplis — vérifiez et ajustez.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989320"/>
            <a:ext cx="5669280" cy="4572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044184"/>
            <a:ext cx="5303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25A05"/>
                </a:solidFill>
                <a:latin typeface="Calibri"/>
              </a:rPr>
              <a:t>💡  Plus le contexte est précis, plus le compte rendu est pertinent.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du formulaire de contexte (Contexte, Participants, Entreprises).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PRÉPARER LE TRAITEMENT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Choisir les options et lancer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Interrupteur « Diarisation » : identifie qui parle (recommandé).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« Moteur de compte rendu » : « Local » ou « Mistral Large ».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Mistral nécessite la clé API.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Cliquez sur « Lancer le traitement 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du bloc d'options : Diarisation, Local / Mistral Large, bouton « Lancer le traitement ».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22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PENDANT LE TRAITEMENT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Suivre la progression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Une barre de progression affiche les étapes :</a:t>
            </a:r>
          </a:p>
          <a:p>
            <a:pPr algn="l" marL="320040" indent="0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56577"/>
                </a:solidFill>
                <a:latin typeface="Calibri"/>
              </a:rPr>
              <a:t>–  Conversion → Diarisation → Transcription → Compte rendu.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L'étape en cours est mise en évidence.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Vous pouvez continuer à travailler en parallèle.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Comptez ~1/5 à 1/3 de la durée de la réunion.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de la barre de progression du traitement (Conversion / Diarisation / Transcription / Compte rendu).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23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F172A"/>
                </a:solidFill>
                <a:latin typeface="Calibri"/>
              </a:rPr>
              <a:t>Exploiter les résultats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556577"/>
                </a:solidFill>
                <a:latin typeface="Calibri"/>
              </a:rPr>
              <a:t>Consulter, éditer, retrouver et organiser vos comptes rendus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LE RÉSULTAT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Consulter et modifier le compte rendu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Le compte rendu s'affiche dès qu'il est prêt.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Vous pouvez le modifier directement dans l'application.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Enregistrement automatique (« Enregistré à HH:MM »).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Recherchez un mot avec Ctrl+F.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du compte rendu affiché (avec l'indicateur d'enregistrement automatique).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25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LE RÉSULTAT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Écouter et télécharger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Bouton casque : ouvre un lecteur audio pour réécouter.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Bouton de téléchargement : récupérer l'audio d'origine.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Le compte rendu Word est aussi enregistré sur le disque.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du lecteur audio flottant (bas de l'écran) avec le bouton de téléchargement.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26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LE RÉSULTAT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Où sont enregistrés mes fichiers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Documents ▸ Réunions ▸ (un dossier par réunion).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« compte_rendu.docx » : le compte rendu Word.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« transcript.txt » : la transcription complète.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Le fichier audio de la réunion.</a:t>
            </a:r>
          </a:p>
          <a:p>
            <a:pPr algn="l" marL="320040" indent="0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56577"/>
                </a:solidFill>
                <a:latin typeface="Calibri"/>
              </a:rPr>
              <a:t>–  Gérez ces fichiers comme tout document (copier, envoyer…).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de l'Explorateur Windows sur Documents\Réunions montrant un dossier de réunion et ses fichiers.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27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S'ORGANISER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Retrouver et classer vos réunions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Ouvrez la barre latérale avec le menu ☰.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« Historique » : toutes vos réunions et leur statut.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Bouton « Dossier » : créer des dossiers (client, projet…).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Recherche (Ctrl+F) et mini-calendrier pour filtrer.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de la barre latérale ouverte : historique, dossiers, recherche, mini-calendrier.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28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F172A"/>
                </a:solidFill>
                <a:latin typeface="Calibri"/>
              </a:rPr>
              <a:t>Maintenance &amp; aide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556577"/>
                </a:solidFill>
                <a:latin typeface="Calibri"/>
              </a:rPr>
              <a:t>Mises à jour, dépannage et bonnes pratiques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MISES À JOUR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L'application se met à jour toute seule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Message : « Une nouvelle version de Meeting Assistant est prête. »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« Redémarrer maintenant » : installation immédiate.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« Plus tard » : installation au prochain démarrage.</a:t>
            </a:r>
          </a:p>
          <a:p>
            <a:pPr algn="l" marL="320040" indent="0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56577"/>
                </a:solidFill>
                <a:latin typeface="Calibri"/>
              </a:rPr>
              <a:t>–  Aucune action technique de votre part.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54480"/>
            <a:ext cx="5287975" cy="4572000"/>
          </a:xfrm>
          <a:prstGeom prst="roundRect">
            <a:avLst/>
          </a:prstGeom>
          <a:solidFill>
            <a:srgbClr val="EFF4FB"/>
          </a:solidFill>
          <a:ln w="22225">
            <a:solidFill>
              <a:srgbClr val="607D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73933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📷  CAPTURE À INSÉRER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Capture de la fenêtre de mise à jour « Une nouvelle version est prête » (boutons Redémarrer / Plus tard).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6577"/>
                </a:solidFill>
                <a:latin typeface="Calibri"/>
              </a:rPr>
              <a:t>→ Collez ici votre capture d'écran (elle remplacera ce cadre).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30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AIDE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Questions fréquentes / dépannage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589520"/>
              </a:tblGrid>
              <a:tr h="653142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Situation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Que faire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Premier lancement très long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Normal : téléchargement unique des modèles (~2,3 Go). Patientez, ne fermez pas la fenêtre.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Windows bloque l'installeur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« Informations complémentaires » puis « Exécuter quand même » (SmartScreen).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Pas d'Internet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Après installation, l'application fonctionne hors ligne (mode Local).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Le micro ne marche pas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Autorisez le microphone dans Windows et vérifiez le bon périphérique.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Traitement long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Comptez ~1/5 à 1/3 de la durée de réunion. Travail en parallèle possible.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Mistral non disponible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Renseignez la clé API, ou utilisez le mode « Local ».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31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ECFF2"/>
                </a:solidFill>
                <a:latin typeface="Calibri"/>
              </a:rPr>
              <a:t>AIDE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Bonnes pratiques pour un bon compte rendu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Bon microphone, peu de bruit de fond.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Renseignez contexte et participants : résultat nettement meilleur.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Relisez et ajustez le compte rendu (éditable).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Activez la diarisation pour distinguer les intervenants.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●  Besoin de rapidité ? Moteur « Mistral Large 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989320"/>
            <a:ext cx="11094415" cy="4572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044184"/>
            <a:ext cx="1072865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25A05"/>
                </a:solidFill>
                <a:latin typeface="Calibri"/>
              </a:rPr>
              <a:t>💡  Le compte rendu est une aide à la rédaction : une relecture humaine reste recommandée.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Meeting Assistant — Guide d'installation et d'utilisation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56577"/>
                </a:solidFill>
                <a:latin typeface="Calibri"/>
              </a:rPr>
              <a:t>32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Vous êtes prêt(e)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B82F6"/>
                </a:solidFill>
                <a:latin typeface="Calibri"/>
              </a:rPr>
              <a:t>Démarrage rapide 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DDE7F8"/>
                </a:solidFill>
                <a:latin typeface="Calibri"/>
              </a:rPr>
              <a:t>1.  Installer l'application (installeur Windows).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DDE7F8"/>
                </a:solidFill>
                <a:latin typeface="Calibri"/>
              </a:rPr>
              <a:t>2.  Laisser le premier lancement télécharger les modèles (une seule fois).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DDE7F8"/>
                </a:solidFill>
                <a:latin typeface="Calibri"/>
              </a:rPr>
              <a:t>3.  Cliquer « Réunion hors agenda » ou choisir une réunion de l'agenda.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DDE7F8"/>
                </a:solidFill>
                <a:latin typeface="Calibri"/>
              </a:rPr>
              <a:t>4.  Enregistrer ou importer l'audio, renseigner le contexte.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DDE7F8"/>
                </a:solidFill>
                <a:latin typeface="Calibri"/>
              </a:rPr>
              <a:t>5.  « Lancer le traitement » et récupérer le compte rendu Word.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